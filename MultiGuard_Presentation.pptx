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70" r:id="rId14"/>
    <p:sldId id="271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13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3069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ar-JO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4" name="Shape 2"/>
          <p:cNvSpPr/>
          <p:nvPr/>
        </p:nvSpPr>
        <p:spPr>
          <a:xfrm>
            <a:off x="548640" y="420624"/>
            <a:ext cx="8229600" cy="3200400"/>
          </a:xfrm>
          <a:prstGeom prst="rect">
            <a:avLst/>
          </a:prstGeom>
          <a:solidFill>
            <a:srgbClr val="142240">
              <a:alpha val="70000"/>
            </a:srgbClr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50292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09728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MultiGuard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640080" y="205740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Multi-Format Document Watermarking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Tamper Detection System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9" name="Text 6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+mj-cs"/>
              </a:rPr>
              <a:t>EZZ ALDEEN RUBEIA ,YAZEED SHAMLAWI,IBRAHIM SAMANEH</a:t>
            </a:r>
            <a:endParaRPr lang="en-US" sz="1300" dirty="0">
              <a:solidFill>
                <a:schemeClr val="accent5">
                  <a:lumMod val="60000"/>
                  <a:lumOff val="40000"/>
                </a:schemeClr>
              </a:solidFill>
              <a:cs typeface="+mj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48640" y="3977640"/>
            <a:ext cx="1463040" cy="34747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1" name="Text 8"/>
          <p:cNvSpPr/>
          <p:nvPr/>
        </p:nvSpPr>
        <p:spPr>
          <a:xfrm>
            <a:off x="548640" y="3977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212848" y="3977640"/>
            <a:ext cx="1463040" cy="34747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3" name="Text 10"/>
          <p:cNvSpPr/>
          <p:nvPr/>
        </p:nvSpPr>
        <p:spPr>
          <a:xfrm>
            <a:off x="2212848" y="3977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877056" y="3977640"/>
            <a:ext cx="1463040" cy="34747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5" name="Text 12"/>
          <p:cNvSpPr/>
          <p:nvPr/>
        </p:nvSpPr>
        <p:spPr>
          <a:xfrm>
            <a:off x="3877056" y="3977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41264" y="3977640"/>
            <a:ext cx="1463040" cy="34747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7" name="Text 14"/>
          <p:cNvSpPr/>
          <p:nvPr/>
        </p:nvSpPr>
        <p:spPr>
          <a:xfrm>
            <a:off x="5541264" y="3977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RSA-SHA256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205472" y="3977640"/>
            <a:ext cx="1463040" cy="347472"/>
          </a:xfrm>
          <a:prstGeom prst="rect">
            <a:avLst/>
          </a:prstGeom>
          <a:solidFill>
            <a:srgbClr val="0891B2">
              <a:alpha val="7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9" name="Text 16"/>
          <p:cNvSpPr/>
          <p:nvPr/>
        </p:nvSpPr>
        <p:spPr>
          <a:xfrm>
            <a:off x="7205472" y="39776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Registry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0" y="47548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Dr.Jehad Hamamreh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109728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documents are the backbone of modern organizations — yet they remain dangerously easy to alter. Research published in Computer Systems Science &amp; Engineering (2024) confirms that tampering detection and content authentication of digital content exchanged via the internet is a major concern in information and communication technology.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74320" y="201168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7" name="Shape 4"/>
          <p:cNvSpPr/>
          <p:nvPr/>
        </p:nvSpPr>
        <p:spPr>
          <a:xfrm>
            <a:off x="274320" y="2011680"/>
            <a:ext cx="2743200" cy="4114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075688"/>
            <a:ext cx="292608" cy="29260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" y="20391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Forgery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365760" y="2468880"/>
            <a:ext cx="25603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modify a PDF, TXT, or DOCX file in seconds. Standard file formats carry no built-in proof of authenticity.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200400" y="201168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2" name="Shape 8"/>
          <p:cNvSpPr/>
          <p:nvPr/>
        </p:nvSpPr>
        <p:spPr>
          <a:xfrm>
            <a:off x="3200400" y="2011680"/>
            <a:ext cx="274320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207568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57600" y="20391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Origin Tracking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291840" y="2468880"/>
            <a:ext cx="25603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document leaves its source, there is no reliable mechanism to verify who created it or whether it remains intact.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126480" y="2011680"/>
            <a:ext cx="274320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7" name="Shape 12"/>
          <p:cNvSpPr/>
          <p:nvPr/>
        </p:nvSpPr>
        <p:spPr>
          <a:xfrm>
            <a:off x="6126480" y="2011680"/>
            <a:ext cx="274320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075688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83680" y="2039112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Integrity Layer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6217920" y="2468880"/>
            <a:ext cx="256032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enterprise tools either embed visible marks (degrading quality) or rely on external cloud services with privacy risks.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274320" y="4663440"/>
            <a:ext cx="8595360" cy="347472"/>
          </a:xfrm>
          <a:prstGeom prst="rect">
            <a:avLst/>
          </a:prstGeom>
          <a:solidFill>
            <a:srgbClr val="0D1B3E">
              <a:alpha val="9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MultiGuard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365760" y="10515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web-based cybersecurity platform that registers, watermarks, and verifies digital documents across three formats using cryptographic techniques and a local trusted registry.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274320" y="1828800"/>
            <a:ext cx="4206240" cy="868680"/>
          </a:xfrm>
          <a:prstGeom prst="rect">
            <a:avLst/>
          </a:prstGeom>
          <a:solidFill>
            <a:srgbClr val="142240">
              <a:alpha val="9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029968"/>
            <a:ext cx="411480" cy="4114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6112" y="193852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Multi-format support: PDF, TXT, DOCX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274320" y="2834640"/>
            <a:ext cx="4206240" cy="868680"/>
          </a:xfrm>
          <a:prstGeom prst="rect">
            <a:avLst/>
          </a:prstGeom>
          <a:solidFill>
            <a:srgbClr val="142240">
              <a:alpha val="9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3035808"/>
            <a:ext cx="411480" cy="41148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96112" y="294436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content hashing for tamper fingerprinting</a:t>
            </a:r>
            <a:endParaRPr lang="en-US" sz="1150" dirty="0"/>
          </a:p>
        </p:txBody>
      </p:sp>
      <p:sp>
        <p:nvSpPr>
          <p:cNvPr id="12" name="Shape 7"/>
          <p:cNvSpPr/>
          <p:nvPr/>
        </p:nvSpPr>
        <p:spPr>
          <a:xfrm>
            <a:off x="274320" y="3840480"/>
            <a:ext cx="4206240" cy="868680"/>
          </a:xfrm>
          <a:prstGeom prst="rect">
            <a:avLst/>
          </a:prstGeom>
          <a:solidFill>
            <a:srgbClr val="142240">
              <a:alpha val="9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4041648"/>
            <a:ext cx="411480" cy="41148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96112" y="395020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RSA-SHA256 digital signatures (asymmetric cryptography)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4709160" y="1828800"/>
            <a:ext cx="4206240" cy="868680"/>
          </a:xfrm>
          <a:prstGeom prst="rect">
            <a:avLst/>
          </a:prstGeom>
          <a:solidFill>
            <a:srgbClr val="142240">
              <a:alpha val="9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8888" y="2029968"/>
            <a:ext cx="411480" cy="41148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330952" y="193852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protection modes: Embedded &amp; Zero-Watermark</a:t>
            </a:r>
            <a:endParaRPr lang="en-US" sz="1150" dirty="0"/>
          </a:p>
        </p:txBody>
      </p:sp>
      <p:sp>
        <p:nvSpPr>
          <p:cNvPr id="18" name="Shape 11"/>
          <p:cNvSpPr/>
          <p:nvPr/>
        </p:nvSpPr>
        <p:spPr>
          <a:xfrm>
            <a:off x="4709160" y="2834640"/>
            <a:ext cx="4206240" cy="868680"/>
          </a:xfrm>
          <a:prstGeom prst="rect">
            <a:avLst/>
          </a:prstGeom>
          <a:solidFill>
            <a:srgbClr val="142240">
              <a:alpha val="9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3035808"/>
            <a:ext cx="411480" cy="41148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30952" y="294436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trusted registry for document records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4709160" y="3840480"/>
            <a:ext cx="4206240" cy="868680"/>
          </a:xfrm>
          <a:prstGeom prst="rect">
            <a:avLst/>
          </a:prstGeom>
          <a:solidFill>
            <a:srgbClr val="142240">
              <a:alpha val="90000"/>
            </a:srgbClr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18888" y="4041648"/>
            <a:ext cx="411480" cy="4114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330952" y="395020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5-state verification engine: AUTHENTIC, TAMPERED, INVALID, METADATA_ALTERED, UNREGISTERED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2103120" cy="8412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7" name="Text 4"/>
          <p:cNvSpPr/>
          <p:nvPr/>
        </p:nvSpPr>
        <p:spPr>
          <a:xfrm>
            <a:off x="292608" y="1051560"/>
            <a:ext cx="206654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Layer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14600" y="1124712"/>
            <a:ext cx="6217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+ Jinja2 Templates · Tailored CSS Dashboard · Form-based Upload &amp; Verify UI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74320" y="2002536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0" name="Shape 7"/>
          <p:cNvSpPr/>
          <p:nvPr/>
        </p:nvSpPr>
        <p:spPr>
          <a:xfrm>
            <a:off x="274320" y="2002536"/>
            <a:ext cx="2103120" cy="8412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1" name="Text 8"/>
          <p:cNvSpPr/>
          <p:nvPr/>
        </p:nvSpPr>
        <p:spPr>
          <a:xfrm>
            <a:off x="292608" y="2002536"/>
            <a:ext cx="206654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Layer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14600" y="2075688"/>
            <a:ext cx="6217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 · Route Handlers: /watermark  /verify  /document · Session &amp; Auth Management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2953512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4" name="Shape 11"/>
          <p:cNvSpPr/>
          <p:nvPr/>
        </p:nvSpPr>
        <p:spPr>
          <a:xfrm>
            <a:off x="274320" y="2953512"/>
            <a:ext cx="2103120" cy="8412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5" name="Text 12"/>
          <p:cNvSpPr/>
          <p:nvPr/>
        </p:nvSpPr>
        <p:spPr>
          <a:xfrm>
            <a:off x="292608" y="2953512"/>
            <a:ext cx="206654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514600" y="3026664"/>
            <a:ext cx="6217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document_service.py · pdf_ops.py · docx_ops.py · text_ops.py · crypto_service.py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3904488"/>
            <a:ext cx="859536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8" name="Shape 15"/>
          <p:cNvSpPr/>
          <p:nvPr/>
        </p:nvSpPr>
        <p:spPr>
          <a:xfrm>
            <a:off x="274320" y="3904488"/>
            <a:ext cx="2103120" cy="841248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9" name="Text 16"/>
          <p:cNvSpPr/>
          <p:nvPr/>
        </p:nvSpPr>
        <p:spPr>
          <a:xfrm>
            <a:off x="292608" y="3904488"/>
            <a:ext cx="206654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Layer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2514600" y="3977640"/>
            <a:ext cx="62179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(multiguard.db) · Uploaded &amp; Watermarked Files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Python 3 · Flask · python-docx · PyPDF2 · cryptography lib · SQLite3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Protection Modes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4023360" cy="3886200"/>
          </a:xfrm>
          <a:prstGeom prst="rect">
            <a:avLst/>
          </a:prstGeom>
          <a:solidFill>
            <a:srgbClr val="0D3A52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402336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7" name="Text 4"/>
          <p:cNvSpPr/>
          <p:nvPr/>
        </p:nvSpPr>
        <p:spPr>
          <a:xfrm>
            <a:off x="320040" y="1051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1 — Embedded Watermark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627632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data is physically embedded inside the file.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TXT: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Footer block appended to file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PDF: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XMP metadata / document properties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DOCX: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Custom core properties embedded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includes: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document_id · owner · organization · description · content_hash · RSA digital signature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846320" y="1051560"/>
            <a:ext cx="4023360" cy="3886200"/>
          </a:xfrm>
          <a:prstGeom prst="rect">
            <a:avLst/>
          </a:prstGeom>
          <a:solidFill>
            <a:srgbClr val="0D3A52"/>
          </a:solidFill>
          <a:ln w="1905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0" name="Shape 7"/>
          <p:cNvSpPr/>
          <p:nvPr/>
        </p:nvSpPr>
        <p:spPr>
          <a:xfrm>
            <a:off x="4846320" y="1051560"/>
            <a:ext cx="4023360" cy="502920"/>
          </a:xfrm>
          <a:prstGeom prst="rect">
            <a:avLst/>
          </a:prstGeom>
          <a:solidFill>
            <a:srgbClr val="02C39A">
              <a:alpha val="9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1" name="Text 8"/>
          <p:cNvSpPr/>
          <p:nvPr/>
        </p:nvSpPr>
        <p:spPr>
          <a:xfrm>
            <a:off x="4892040" y="105156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2 — Zero-Watermark / Registry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83480" y="1627632"/>
            <a:ext cx="37947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works: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embedded into the file itself.
The system computes the file's SHA-256 hash and stores the trusted record in the local SQLite database only.
Verification compares the uploaded file's hash to the stored trusted record.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advantage: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Original file is never modified — ideal for sensitive documents.
</a:t>
            </a: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basis:</a:t>
            </a: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Jalil et al. (2010) zero-watermarking concept; Hybrid Digital-Signature + Zero-Watermark (PMC, 2014)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Cryptographic Security Layer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397764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137160" cy="1828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7" name="Text 4"/>
          <p:cNvSpPr/>
          <p:nvPr/>
        </p:nvSpPr>
        <p:spPr>
          <a:xfrm>
            <a:off x="502920" y="1097280"/>
            <a:ext cx="3611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1536192"/>
            <a:ext cx="361188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registered document is fingerprinted using SHA-256 — producing a unique 256-bit digest. Any single-byte change to the file produces a completely different hash, making forgery detectable.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is the industry standard for file integrity verification.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617720" y="1051560"/>
            <a:ext cx="4251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0" name="Shape 7"/>
          <p:cNvSpPr/>
          <p:nvPr/>
        </p:nvSpPr>
        <p:spPr>
          <a:xfrm>
            <a:off x="4617720" y="1051560"/>
            <a:ext cx="137160" cy="18288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1" name="Text 8"/>
          <p:cNvSpPr/>
          <p:nvPr/>
        </p:nvSpPr>
        <p:spPr>
          <a:xfrm>
            <a:off x="4846320" y="1097280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RSA-SHA256 Digital Signature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46320" y="1536192"/>
            <a:ext cx="388620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document payload is signed using the system's RSA private key. Verification uses the public key. RSA performs better than ElGamal in encryption and signature verification.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private key is stored securely at: data/keys/private_key.pem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74320" y="3017520"/>
            <a:ext cx="859536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4" name="Text 11"/>
          <p:cNvSpPr/>
          <p:nvPr/>
        </p:nvSpPr>
        <p:spPr>
          <a:xfrm>
            <a:off x="274320" y="301752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Flow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74320" y="352044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6" name="Shape 13"/>
          <p:cNvSpPr/>
          <p:nvPr/>
        </p:nvSpPr>
        <p:spPr>
          <a:xfrm>
            <a:off x="822960" y="3547872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7" name="Text 14"/>
          <p:cNvSpPr/>
          <p:nvPr/>
        </p:nvSpPr>
        <p:spPr>
          <a:xfrm>
            <a:off x="82296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74320" y="404164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File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74320" y="436168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the document for verification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1847088" y="4160520"/>
            <a:ext cx="146304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21" name="Shape 18"/>
          <p:cNvSpPr/>
          <p:nvPr/>
        </p:nvSpPr>
        <p:spPr>
          <a:xfrm>
            <a:off x="1993392" y="352044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22" name="Shape 19"/>
          <p:cNvSpPr/>
          <p:nvPr/>
        </p:nvSpPr>
        <p:spPr>
          <a:xfrm>
            <a:off x="2542032" y="3547872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23" name="Text 20"/>
          <p:cNvSpPr/>
          <p:nvPr/>
        </p:nvSpPr>
        <p:spPr>
          <a:xfrm>
            <a:off x="2542032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993392" y="404164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 Compute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993392" y="436168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computes SHA-256 hash of content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566160" y="4160520"/>
            <a:ext cx="146304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27" name="Shape 24"/>
          <p:cNvSpPr/>
          <p:nvPr/>
        </p:nvSpPr>
        <p:spPr>
          <a:xfrm>
            <a:off x="3712464" y="352044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28" name="Shape 25"/>
          <p:cNvSpPr/>
          <p:nvPr/>
        </p:nvSpPr>
        <p:spPr>
          <a:xfrm>
            <a:off x="4261104" y="3547872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29" name="Text 26"/>
          <p:cNvSpPr/>
          <p:nvPr/>
        </p:nvSpPr>
        <p:spPr>
          <a:xfrm>
            <a:off x="4261104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712464" y="404164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Lookup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712464" y="436168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with stored trusted record in SQLite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5285232" y="4160520"/>
            <a:ext cx="146304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33" name="Shape 30"/>
          <p:cNvSpPr/>
          <p:nvPr/>
        </p:nvSpPr>
        <p:spPr>
          <a:xfrm>
            <a:off x="5431536" y="352044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34" name="Shape 31"/>
          <p:cNvSpPr/>
          <p:nvPr/>
        </p:nvSpPr>
        <p:spPr>
          <a:xfrm>
            <a:off x="5980176" y="3547872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35" name="Text 32"/>
          <p:cNvSpPr/>
          <p:nvPr/>
        </p:nvSpPr>
        <p:spPr>
          <a:xfrm>
            <a:off x="5980176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5431536" y="404164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 Verify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431536" y="436168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public key validates embedded signature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7004304" y="4160520"/>
            <a:ext cx="146304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39" name="Shape 36"/>
          <p:cNvSpPr/>
          <p:nvPr/>
        </p:nvSpPr>
        <p:spPr>
          <a:xfrm>
            <a:off x="7150608" y="3520440"/>
            <a:ext cx="157276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40" name="Shape 37"/>
          <p:cNvSpPr/>
          <p:nvPr/>
        </p:nvSpPr>
        <p:spPr>
          <a:xfrm>
            <a:off x="7699248" y="3547872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41" name="Text 38"/>
          <p:cNvSpPr/>
          <p:nvPr/>
        </p:nvSpPr>
        <p:spPr>
          <a:xfrm>
            <a:off x="7699248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2" name="Text 39"/>
          <p:cNvSpPr/>
          <p:nvPr/>
        </p:nvSpPr>
        <p:spPr>
          <a:xfrm>
            <a:off x="7150608" y="4041648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7150608" y="4361688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/ TAMPERED / INVALID / etc.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5-State Verification Engine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8595360" cy="713232"/>
          </a:xfrm>
          <a:prstGeom prst="rect">
            <a:avLst/>
          </a:prstGeom>
          <a:solidFill>
            <a:srgbClr val="0D2040"/>
          </a:solidFill>
          <a:ln w="1524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2011680" cy="713232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7" name="Text 4"/>
          <p:cNvSpPr/>
          <p:nvPr/>
        </p:nvSpPr>
        <p:spPr>
          <a:xfrm>
            <a:off x="292608" y="1051560"/>
            <a:ext cx="1975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377440" y="1097280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unchanged, signature valid, payload matches trusted record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74320" y="1837944"/>
            <a:ext cx="8595360" cy="713232"/>
          </a:xfrm>
          <a:prstGeom prst="rect">
            <a:avLst/>
          </a:prstGeom>
          <a:solidFill>
            <a:srgbClr val="0D2040"/>
          </a:solidFill>
          <a:ln w="1524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0" name="Shape 7"/>
          <p:cNvSpPr/>
          <p:nvPr/>
        </p:nvSpPr>
        <p:spPr>
          <a:xfrm>
            <a:off x="274320" y="1837944"/>
            <a:ext cx="2011680" cy="713232"/>
          </a:xfrm>
          <a:prstGeom prst="rect">
            <a:avLst/>
          </a:prstGeom>
          <a:solidFill>
            <a:srgbClr val="DC2626">
              <a:alpha val="80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1" name="Text 8"/>
          <p:cNvSpPr/>
          <p:nvPr/>
        </p:nvSpPr>
        <p:spPr>
          <a:xfrm>
            <a:off x="292608" y="1837944"/>
            <a:ext cx="1975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377440" y="1883664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content was modified after registration — SHA-256 hash mismatch detected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74320" y="2624328"/>
            <a:ext cx="8595360" cy="713232"/>
          </a:xfrm>
          <a:prstGeom prst="rect">
            <a:avLst/>
          </a:prstGeom>
          <a:solidFill>
            <a:srgbClr val="0D2040"/>
          </a:solidFill>
          <a:ln w="1524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4" name="Shape 11"/>
          <p:cNvSpPr/>
          <p:nvPr/>
        </p:nvSpPr>
        <p:spPr>
          <a:xfrm>
            <a:off x="274320" y="2624328"/>
            <a:ext cx="2011680" cy="713232"/>
          </a:xfrm>
          <a:prstGeom prst="rect">
            <a:avLst/>
          </a:prstGeom>
          <a:solidFill>
            <a:srgbClr val="F59E0B">
              <a:alpha val="80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5" name="Text 12"/>
          <p:cNvSpPr/>
          <p:nvPr/>
        </p:nvSpPr>
        <p:spPr>
          <a:xfrm>
            <a:off x="292608" y="2624328"/>
            <a:ext cx="1975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377440" y="2670048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Signature_b64 itself was altered but metadata payload still matches registry (digital_signature_altered)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274320" y="3410712"/>
            <a:ext cx="8595360" cy="713232"/>
          </a:xfrm>
          <a:prstGeom prst="rect">
            <a:avLst/>
          </a:prstGeom>
          <a:solidFill>
            <a:srgbClr val="0D2040"/>
          </a:solidFill>
          <a:ln w="1524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8" name="Shape 15"/>
          <p:cNvSpPr/>
          <p:nvPr/>
        </p:nvSpPr>
        <p:spPr>
          <a:xfrm>
            <a:off x="274320" y="3410712"/>
            <a:ext cx="2011680" cy="713232"/>
          </a:xfrm>
          <a:prstGeom prst="rect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9" name="Text 16"/>
          <p:cNvSpPr/>
          <p:nvPr/>
        </p:nvSpPr>
        <p:spPr>
          <a:xfrm>
            <a:off x="292608" y="3410712"/>
            <a:ext cx="1975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METADATA_ALTERED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377440" y="3456432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Owner/org/description fields changed — payload mismatch with trusted record, signature invalid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274320" y="4197096"/>
            <a:ext cx="8595360" cy="713232"/>
          </a:xfrm>
          <a:prstGeom prst="rect">
            <a:avLst/>
          </a:prstGeom>
          <a:solidFill>
            <a:srgbClr val="0D2040"/>
          </a:solidFill>
          <a:ln w="1524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22" name="Shape 19"/>
          <p:cNvSpPr/>
          <p:nvPr/>
        </p:nvSpPr>
        <p:spPr>
          <a:xfrm>
            <a:off x="274320" y="4197096"/>
            <a:ext cx="2011680" cy="713232"/>
          </a:xfrm>
          <a:prstGeom prst="rect">
            <a:avLst/>
          </a:prstGeom>
          <a:solidFill>
            <a:srgbClr val="64748B">
              <a:alpha val="80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23" name="Text 20"/>
          <p:cNvSpPr/>
          <p:nvPr/>
        </p:nvSpPr>
        <p:spPr>
          <a:xfrm>
            <a:off x="292608" y="4197096"/>
            <a:ext cx="197510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UNREGISTERED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377440" y="4242816"/>
            <a:ext cx="6309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matching record found in the local SQLite registry for this file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Deep-Dive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3931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393192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7" name="Text 4"/>
          <p:cNvSpPr/>
          <p:nvPr/>
        </p:nvSpPr>
        <p:spPr>
          <a:xfrm>
            <a:off x="320040" y="1051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File Structure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11480" y="15361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app/main.py           — Routes &amp; dashboard logic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11480" y="183794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app/auth.py           — Login / Register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11480" y="21396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app/services/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11480" y="244144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crypto_service.py   — RSA sign/verify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11480" y="2743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document_service.py — Core verify logic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411480" y="3044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pdf_ops.py          — PDF embed/extract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11480" y="33467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docx_ops.py         — DOCX embed/extract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11480" y="364845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text_ops.py         — TXT embed/extract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411480" y="39502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app/templates/        — HTML views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11480" y="4251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data/multiguard.db    — SQLite registry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11480" y="45537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data/keys/*.pem       — RSA key pair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480560" y="1051560"/>
            <a:ext cx="43891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20" name="Shape 17"/>
          <p:cNvSpPr/>
          <p:nvPr/>
        </p:nvSpPr>
        <p:spPr>
          <a:xfrm>
            <a:off x="4480560" y="1051560"/>
            <a:ext cx="438912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21" name="Text 18"/>
          <p:cNvSpPr/>
          <p:nvPr/>
        </p:nvSpPr>
        <p:spPr>
          <a:xfrm>
            <a:off x="4526280" y="1051560"/>
            <a:ext cx="4297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Engineering Decisions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617720" y="155448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Stats: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617720" y="17830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counters use ALL VerificationLog rows — not just last 10 — giving accurate lifetime metrics.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617720" y="226771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5-State Classification: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617720" y="24963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result is determined by combining signature_valid flag AND payload comparison — not one alone.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617720" y="298094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vs Content: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617720" y="3209544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hash mismatch → TAMPERED. Payload mismatch with valid content → METADATA_ALTERED. Sig only changed → INVALID.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617720" y="369417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Status: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617720" y="3922776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ui_status = 'success' for AUTHENTIC only; 'danger' for all other outcomes — drives green/red UI response.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4617720" y="44074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Export: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4617720" y="4636008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key downloadable from navbar — allows external parties to independently verify signatures.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Format-Specific Implementation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6" name="Shape 3"/>
          <p:cNvSpPr/>
          <p:nvPr/>
        </p:nvSpPr>
        <p:spPr>
          <a:xfrm>
            <a:off x="274320" y="1051560"/>
            <a:ext cx="278892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115568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9808" y="106984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TXT Files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65760" y="1627632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data stored as a structured footer block appended to the end of the file. Easy to parse, human-readable, and preserves original content integrity above the marker.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365760" y="3520440"/>
            <a:ext cx="2606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1" name="Text 7"/>
          <p:cNvSpPr/>
          <p:nvPr/>
        </p:nvSpPr>
        <p:spPr>
          <a:xfrm>
            <a:off x="365760" y="361188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365760" y="389534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200400" y="105156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4" name="Shape 10"/>
          <p:cNvSpPr/>
          <p:nvPr/>
        </p:nvSpPr>
        <p:spPr>
          <a:xfrm>
            <a:off x="3200400" y="1051560"/>
            <a:ext cx="2788920" cy="5029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3552" y="1115568"/>
            <a:ext cx="34747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75888" y="106984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Files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3291840" y="1627632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embedded using XMP metadata and/or document properties — invisible to readers. The file's visual content is completely unchanged. Approach aligns with 2023 research on PDF watermarking (PMC).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3291840" y="3941064"/>
            <a:ext cx="2606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9" name="Text 14"/>
          <p:cNvSpPr/>
          <p:nvPr/>
        </p:nvSpPr>
        <p:spPr>
          <a:xfrm>
            <a:off x="3291840" y="361188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0" name="Text 15"/>
          <p:cNvSpPr/>
          <p:nvPr/>
        </p:nvSpPr>
        <p:spPr>
          <a:xfrm>
            <a:off x="3291840" y="389534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6126480" y="1051560"/>
            <a:ext cx="2788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22" name="Shape 17"/>
          <p:cNvSpPr/>
          <p:nvPr/>
        </p:nvSpPr>
        <p:spPr>
          <a:xfrm>
            <a:off x="6126480" y="1051560"/>
            <a:ext cx="2788920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9632" y="1115568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601968" y="1069848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Files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217920" y="1627632"/>
            <a:ext cx="2606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python-docx to write watermark data into core document properties (custom XML properties). Invisible to Microsoft Word users and survives save/reopen cycles.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6217920" y="3520440"/>
            <a:ext cx="260604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27" name="Text 21"/>
          <p:cNvSpPr/>
          <p:nvPr/>
        </p:nvSpPr>
        <p:spPr>
          <a:xfrm>
            <a:off x="6217920" y="3611880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28" name="Text 22"/>
          <p:cNvSpPr/>
          <p:nvPr/>
        </p:nvSpPr>
        <p:spPr>
          <a:xfrm>
            <a:off x="6217920" y="3895344"/>
            <a:ext cx="2606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User Interface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1572768" cy="822960"/>
          </a:xfrm>
          <a:prstGeom prst="rect">
            <a:avLst/>
          </a:prstGeom>
          <a:solidFill>
            <a:srgbClr val="0D2040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6" name="Text 3"/>
          <p:cNvSpPr/>
          <p:nvPr/>
        </p:nvSpPr>
        <p:spPr>
          <a:xfrm>
            <a:off x="274320" y="107899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274320" y="137160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993392" y="1051560"/>
            <a:ext cx="1572768" cy="822960"/>
          </a:xfrm>
          <a:prstGeom prst="rect">
            <a:avLst/>
          </a:prstGeom>
          <a:solidFill>
            <a:srgbClr val="0D2040"/>
          </a:solidFill>
          <a:ln w="1905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9" name="Text 6"/>
          <p:cNvSpPr/>
          <p:nvPr/>
        </p:nvSpPr>
        <p:spPr>
          <a:xfrm>
            <a:off x="1993392" y="107899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993392" y="137160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712464" y="1051560"/>
            <a:ext cx="1572768" cy="822960"/>
          </a:xfrm>
          <a:prstGeom prst="rect">
            <a:avLst/>
          </a:prstGeom>
          <a:solidFill>
            <a:srgbClr val="0D2040"/>
          </a:solidFill>
          <a:ln w="1905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2" name="Text 9"/>
          <p:cNvSpPr/>
          <p:nvPr/>
        </p:nvSpPr>
        <p:spPr>
          <a:xfrm>
            <a:off x="3712464" y="107899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712464" y="137160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31536" y="1051560"/>
            <a:ext cx="1572768" cy="822960"/>
          </a:xfrm>
          <a:prstGeom prst="rect">
            <a:avLst/>
          </a:prstGeom>
          <a:solidFill>
            <a:srgbClr val="0D2040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5" name="Text 12"/>
          <p:cNvSpPr/>
          <p:nvPr/>
        </p:nvSpPr>
        <p:spPr>
          <a:xfrm>
            <a:off x="5431536" y="107899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 Sig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431536" y="137160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150608" y="1051560"/>
            <a:ext cx="1572768" cy="822960"/>
          </a:xfrm>
          <a:prstGeom prst="rect">
            <a:avLst/>
          </a:prstGeom>
          <a:solidFill>
            <a:srgbClr val="0D2040"/>
          </a:solidFill>
          <a:ln w="1905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8" name="Text 15"/>
          <p:cNvSpPr/>
          <p:nvPr/>
        </p:nvSpPr>
        <p:spPr>
          <a:xfrm>
            <a:off x="7150608" y="1078992"/>
            <a:ext cx="15727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Altered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7150608" y="1371600"/>
            <a:ext cx="15727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74320" y="1993392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UI Features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74320" y="2423160"/>
            <a:ext cx="8595360" cy="457200"/>
          </a:xfrm>
          <a:prstGeom prst="rect">
            <a:avLst/>
          </a:prstGeom>
          <a:solidFill>
            <a:srgbClr val="0D2040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22" name="Shape 19"/>
          <p:cNvSpPr/>
          <p:nvPr/>
        </p:nvSpPr>
        <p:spPr>
          <a:xfrm>
            <a:off x="274320" y="2423160"/>
            <a:ext cx="1371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23" name="Text 20"/>
          <p:cNvSpPr/>
          <p:nvPr/>
        </p:nvSpPr>
        <p:spPr>
          <a:xfrm>
            <a:off x="502920" y="2450592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Verification Result Box: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154680" y="2450592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green for AUTHENTIC, red for TAMPERED / INVALID / METADATA_ALTERED / UNREGISTERED — immediate visual feedback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2953512"/>
            <a:ext cx="8595360" cy="457200"/>
          </a:xfrm>
          <a:prstGeom prst="rect">
            <a:avLst/>
          </a:prstGeom>
          <a:solidFill>
            <a:srgbClr val="0D2040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26" name="Shape 23"/>
          <p:cNvSpPr/>
          <p:nvPr/>
        </p:nvSpPr>
        <p:spPr>
          <a:xfrm>
            <a:off x="274320" y="2953512"/>
            <a:ext cx="1371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27" name="Text 24"/>
          <p:cNvSpPr/>
          <p:nvPr/>
        </p:nvSpPr>
        <p:spPr>
          <a:xfrm>
            <a:off x="502920" y="2980944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Watermark / Register Form: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3154680" y="2980944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form handles both Embedded and Registry-only modes. User selects mode, fills owner/org/description fields, uploads file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74320" y="3483864"/>
            <a:ext cx="8595360" cy="457200"/>
          </a:xfrm>
          <a:prstGeom prst="rect">
            <a:avLst/>
          </a:prstGeom>
          <a:solidFill>
            <a:srgbClr val="0D2040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30" name="Shape 27"/>
          <p:cNvSpPr/>
          <p:nvPr/>
        </p:nvSpPr>
        <p:spPr>
          <a:xfrm>
            <a:off x="274320" y="3483864"/>
            <a:ext cx="1371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31" name="Text 28"/>
          <p:cNvSpPr/>
          <p:nvPr/>
        </p:nvSpPr>
        <p:spPr>
          <a:xfrm>
            <a:off x="502920" y="351129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Form: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3154680" y="3511296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any document; system auto-detects embedded watermark or queries registry. Returns full verification details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274320" y="4014216"/>
            <a:ext cx="8595360" cy="457200"/>
          </a:xfrm>
          <a:prstGeom prst="rect">
            <a:avLst/>
          </a:prstGeom>
          <a:solidFill>
            <a:srgbClr val="0D2040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34" name="Shape 31"/>
          <p:cNvSpPr/>
          <p:nvPr/>
        </p:nvSpPr>
        <p:spPr>
          <a:xfrm>
            <a:off x="274320" y="4014216"/>
            <a:ext cx="1371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35" name="Text 32"/>
          <p:cNvSpPr/>
          <p:nvPr/>
        </p:nvSpPr>
        <p:spPr>
          <a:xfrm>
            <a:off x="502920" y="4041648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Documents Table: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3154680" y="4041648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all registered documents with IDs, hashes, timestamps — clickable to document detail page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274320" y="4544568"/>
            <a:ext cx="8595360" cy="457200"/>
          </a:xfrm>
          <a:prstGeom prst="rect">
            <a:avLst/>
          </a:prstGeom>
          <a:solidFill>
            <a:srgbClr val="0D2040"/>
          </a:solidFill>
          <a:ln w="1016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38" name="Shape 35"/>
          <p:cNvSpPr/>
          <p:nvPr/>
        </p:nvSpPr>
        <p:spPr>
          <a:xfrm>
            <a:off x="274320" y="4544568"/>
            <a:ext cx="13716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39" name="Text 36"/>
          <p:cNvSpPr/>
          <p:nvPr/>
        </p:nvSpPr>
        <p:spPr>
          <a:xfrm>
            <a:off x="502920" y="457200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History Table: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3154680" y="4572000"/>
            <a:ext cx="5577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log of all past verification attempts with timestamps and results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Build MultiGuard — Step by Step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107899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6" name="Shape 3"/>
          <p:cNvSpPr/>
          <p:nvPr/>
        </p:nvSpPr>
        <p:spPr>
          <a:xfrm>
            <a:off x="365760" y="1170432"/>
            <a:ext cx="475488" cy="47548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7" name="Text 4"/>
          <p:cNvSpPr/>
          <p:nvPr/>
        </p:nvSpPr>
        <p:spPr>
          <a:xfrm>
            <a:off x="365760" y="1170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32688" y="117043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Setup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65760" y="1554480"/>
            <a:ext cx="4005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· pip install flask python-docx PyPDF2 cryptography SQLAlchemy · Node.js for frontend (optional)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virtual environment: python -m venv venv &amp;&amp; pip install -r requirements.txt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709160" y="1078992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1" name="Shape 8"/>
          <p:cNvSpPr/>
          <p:nvPr/>
        </p:nvSpPr>
        <p:spPr>
          <a:xfrm>
            <a:off x="4800600" y="1170432"/>
            <a:ext cx="475488" cy="47548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2" name="Text 9"/>
          <p:cNvSpPr/>
          <p:nvPr/>
        </p:nvSpPr>
        <p:spPr>
          <a:xfrm>
            <a:off x="4800600" y="11704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367528" y="117043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Keys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800600" y="1554480"/>
            <a:ext cx="4005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database.py to create SQLite schema (users, documents, verification_logs tables).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RSA key pair: crypto_service.py → generate_keys() → saves to data/keys/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74320" y="237744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6" name="Shape 13"/>
          <p:cNvSpPr/>
          <p:nvPr/>
        </p:nvSpPr>
        <p:spPr>
          <a:xfrm>
            <a:off x="365760" y="2468880"/>
            <a:ext cx="475488" cy="47548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7" name="Text 14"/>
          <p:cNvSpPr/>
          <p:nvPr/>
        </p:nvSpPr>
        <p:spPr>
          <a:xfrm>
            <a:off x="365760" y="2468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32688" y="24688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Module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365760" y="2852928"/>
            <a:ext cx="4005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app/auth.py — Flask Blueprint for /login and /register. Passwords hashed with Werkzeug. Session management via Flask session.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4709160" y="2377440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21" name="Shape 18"/>
          <p:cNvSpPr/>
          <p:nvPr/>
        </p:nvSpPr>
        <p:spPr>
          <a:xfrm>
            <a:off x="4800600" y="2468880"/>
            <a:ext cx="475488" cy="47548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22" name="Text 19"/>
          <p:cNvSpPr/>
          <p:nvPr/>
        </p:nvSpPr>
        <p:spPr>
          <a:xfrm>
            <a:off x="4800600" y="24688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367528" y="2468880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Services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00600" y="2852928"/>
            <a:ext cx="4005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pdf_ops.py, docx_ops.py, text_ops.py — each with embed() and extract() functions using format-specific metadata APIs.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274320" y="3675888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26" name="Shape 23"/>
          <p:cNvSpPr/>
          <p:nvPr/>
        </p:nvSpPr>
        <p:spPr>
          <a:xfrm>
            <a:off x="365760" y="3767328"/>
            <a:ext cx="475488" cy="47548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27" name="Text 24"/>
          <p:cNvSpPr/>
          <p:nvPr/>
        </p:nvSpPr>
        <p:spPr>
          <a:xfrm>
            <a:off x="365760" y="3767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32688" y="37673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Service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65760" y="4151376"/>
            <a:ext cx="4005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document_service.py → register_document() stores hash + signature in DB. verify_document() compares content hash, payload, and signature to produce one of 5 result states.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4709160" y="3675888"/>
            <a:ext cx="4206240" cy="12070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31" name="Shape 28"/>
          <p:cNvSpPr/>
          <p:nvPr/>
        </p:nvSpPr>
        <p:spPr>
          <a:xfrm>
            <a:off x="4800600" y="3767328"/>
            <a:ext cx="475488" cy="47548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32" name="Text 29"/>
          <p:cNvSpPr/>
          <p:nvPr/>
        </p:nvSpPr>
        <p:spPr>
          <a:xfrm>
            <a:off x="4800600" y="376732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5367528" y="3767328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&amp; UI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4800600" y="4151376"/>
            <a:ext cx="400507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main.py defines / (dashboard), /watermark, /verify, /document/&lt;id&gt;. HTML templates use Jinja2. CSS provides green/red visual states for verification results.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Analysis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217420" y="1043841"/>
            <a:ext cx="3977640" cy="3200400"/>
          </a:xfrm>
          <a:prstGeom prst="rect">
            <a:avLst/>
          </a:prstGeom>
          <a:solidFill>
            <a:srgbClr val="0D3A52"/>
          </a:solidFill>
          <a:ln w="1524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6" name="Shape 3"/>
          <p:cNvSpPr/>
          <p:nvPr/>
        </p:nvSpPr>
        <p:spPr>
          <a:xfrm>
            <a:off x="2217420" y="1065276"/>
            <a:ext cx="3977640" cy="411480"/>
          </a:xfrm>
          <a:prstGeom prst="rect">
            <a:avLst/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ar-JO" dirty="0"/>
          </a:p>
        </p:txBody>
      </p:sp>
      <p:sp>
        <p:nvSpPr>
          <p:cNvPr id="7" name="Text 4"/>
          <p:cNvSpPr/>
          <p:nvPr/>
        </p:nvSpPr>
        <p:spPr>
          <a:xfrm>
            <a:off x="2308860" y="1092708"/>
            <a:ext cx="3886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Strengths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63140" y="1670279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SHA-256 is collision-resistant — virtually impossible to create two files with same hash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2263140" y="209445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RSA-2048 signatures prevent unauthorized signing without the private key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263140" y="2506881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5-state classification gives granular tamper forensics — not just pass/fail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263140" y="288056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Registry-only mode leaves zero digital footprint in the original file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263140" y="320001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Metadata-vs-content distinction enables precise forensic analysis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263140" y="356458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AD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Local SQLite registry has no external attack surface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64592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828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System Demonstration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274320" y="1078992"/>
            <a:ext cx="8595360" cy="694944"/>
          </a:xfrm>
          <a:prstGeom prst="rect">
            <a:avLst/>
          </a:prstGeom>
          <a:solidFill>
            <a:srgbClr val="0D2040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6" name="Shape 3"/>
          <p:cNvSpPr/>
          <p:nvPr/>
        </p:nvSpPr>
        <p:spPr>
          <a:xfrm>
            <a:off x="274320" y="1078992"/>
            <a:ext cx="2286000" cy="694944"/>
          </a:xfrm>
          <a:prstGeom prst="rect">
            <a:avLst/>
          </a:prstGeom>
          <a:solidFill>
            <a:srgbClr val="16A34A">
              <a:alpha val="75000"/>
            </a:srgbClr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7" name="Text 4"/>
          <p:cNvSpPr/>
          <p:nvPr/>
        </p:nvSpPr>
        <p:spPr>
          <a:xfrm>
            <a:off x="292608" y="1078992"/>
            <a:ext cx="22494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651760" y="1115568"/>
            <a:ext cx="6080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A: Clean File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51760" y="1399032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file uploaded — SHA-256 matches, RSA signature valid, payload identical to registry record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1856232"/>
            <a:ext cx="8595360" cy="694944"/>
          </a:xfrm>
          <a:prstGeom prst="rect">
            <a:avLst/>
          </a:prstGeom>
          <a:solidFill>
            <a:srgbClr val="0D2040"/>
          </a:solidFill>
          <a:ln w="12700">
            <a:solidFill>
              <a:srgbClr val="DC262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1" name="Shape 8"/>
          <p:cNvSpPr/>
          <p:nvPr/>
        </p:nvSpPr>
        <p:spPr>
          <a:xfrm>
            <a:off x="274320" y="1856232"/>
            <a:ext cx="2286000" cy="694944"/>
          </a:xfrm>
          <a:prstGeom prst="rect">
            <a:avLst/>
          </a:prstGeom>
          <a:solidFill>
            <a:srgbClr val="DC2626">
              <a:alpha val="75000"/>
            </a:srgbClr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2" name="Text 9"/>
          <p:cNvSpPr/>
          <p:nvPr/>
        </p:nvSpPr>
        <p:spPr>
          <a:xfrm>
            <a:off x="292608" y="1856232"/>
            <a:ext cx="22494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651760" y="1892808"/>
            <a:ext cx="6080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B: Content Edited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2651760" y="2176272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content changed after registration — hash mismatch detected immediately upon upload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633472"/>
            <a:ext cx="8595360" cy="694944"/>
          </a:xfrm>
          <a:prstGeom prst="rect">
            <a:avLst/>
          </a:prstGeom>
          <a:solidFill>
            <a:srgbClr val="0D2040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6" name="Shape 13"/>
          <p:cNvSpPr/>
          <p:nvPr/>
        </p:nvSpPr>
        <p:spPr>
          <a:xfrm>
            <a:off x="274320" y="2633472"/>
            <a:ext cx="2286000" cy="694944"/>
          </a:xfrm>
          <a:prstGeom prst="rect">
            <a:avLst/>
          </a:prstGeom>
          <a:solidFill>
            <a:srgbClr val="F59E0B">
              <a:alpha val="7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17" name="Text 14"/>
          <p:cNvSpPr/>
          <p:nvPr/>
        </p:nvSpPr>
        <p:spPr>
          <a:xfrm>
            <a:off x="292608" y="2633472"/>
            <a:ext cx="22494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INVALID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651760" y="2670048"/>
            <a:ext cx="6080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C: Signature Stripped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651760" y="2953512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signature_b64 field altered but payload fields unchanged — signature verification fails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74320" y="3410712"/>
            <a:ext cx="8595360" cy="694944"/>
          </a:xfrm>
          <a:prstGeom prst="rect">
            <a:avLst/>
          </a:prstGeom>
          <a:solidFill>
            <a:srgbClr val="0D2040"/>
          </a:solidFill>
          <a:ln w="12700">
            <a:solidFill>
              <a:srgbClr val="9B59B6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21" name="Shape 18"/>
          <p:cNvSpPr/>
          <p:nvPr/>
        </p:nvSpPr>
        <p:spPr>
          <a:xfrm>
            <a:off x="274320" y="3410712"/>
            <a:ext cx="2286000" cy="694944"/>
          </a:xfrm>
          <a:prstGeom prst="rect">
            <a:avLst/>
          </a:prstGeom>
          <a:solidFill>
            <a:srgbClr val="9B59B6">
              <a:alpha val="75000"/>
            </a:srgbClr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22" name="Text 19"/>
          <p:cNvSpPr/>
          <p:nvPr/>
        </p:nvSpPr>
        <p:spPr>
          <a:xfrm>
            <a:off x="292608" y="3410712"/>
            <a:ext cx="22494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METADATA_ALTERED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651760" y="3447288"/>
            <a:ext cx="6080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D: Metadata Changed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2651760" y="3730752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Owner/org/description changed in embedded watermark — payload mismatch with trusted record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274320" y="4187952"/>
            <a:ext cx="8595360" cy="694944"/>
          </a:xfrm>
          <a:prstGeom prst="rect">
            <a:avLst/>
          </a:prstGeom>
          <a:solidFill>
            <a:srgbClr val="0D2040"/>
          </a:solidFill>
          <a:ln w="12700">
            <a:solidFill>
              <a:srgbClr val="64748B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26" name="Shape 23"/>
          <p:cNvSpPr/>
          <p:nvPr/>
        </p:nvSpPr>
        <p:spPr>
          <a:xfrm>
            <a:off x="274320" y="4187952"/>
            <a:ext cx="2286000" cy="694944"/>
          </a:xfrm>
          <a:prstGeom prst="rect">
            <a:avLst/>
          </a:prstGeom>
          <a:solidFill>
            <a:srgbClr val="64748B">
              <a:alpha val="75000"/>
            </a:srgbClr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27" name="Text 24"/>
          <p:cNvSpPr/>
          <p:nvPr/>
        </p:nvSpPr>
        <p:spPr>
          <a:xfrm>
            <a:off x="292608" y="4187952"/>
            <a:ext cx="2249424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UNREGISTERED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2651760" y="4224528"/>
            <a:ext cx="6080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E: Unknown File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2651760" y="4507992"/>
            <a:ext cx="6080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never registered with MultiGuard — no matching hash in SQLite registry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74320" y="4937760"/>
            <a:ext cx="8595360" cy="164592"/>
          </a:xfrm>
          <a:prstGeom prst="rect">
            <a:avLst/>
          </a:prstGeom>
          <a:solidFill>
            <a:srgbClr val="0891B2">
              <a:alpha val="30000"/>
            </a:srgbClr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31" name="Text 28"/>
          <p:cNvSpPr/>
          <p:nvPr/>
        </p:nvSpPr>
        <p:spPr>
          <a:xfrm>
            <a:off x="365760" y="4946904"/>
            <a:ext cx="8412480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available: python run.py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4251960"/>
          </a:xfrm>
          <a:prstGeom prst="rect">
            <a:avLst/>
          </a:prstGeom>
          <a:solidFill>
            <a:srgbClr val="0D2040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64008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463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MultiGuard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640080" y="210312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Digital Document Trust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200400" y="2578608"/>
            <a:ext cx="2743200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ar-JO"/>
          </a:p>
        </p:txBody>
      </p:sp>
      <p:sp>
        <p:nvSpPr>
          <p:cNvPr id="9" name="Text 6"/>
          <p:cNvSpPr/>
          <p:nvPr/>
        </p:nvSpPr>
        <p:spPr>
          <a:xfrm>
            <a:off x="1097280" y="2724912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Multi-format (PDF / TXT / DOCX) watermarking in a single system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97280" y="3063240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Two modes: embedded trust data + zero-watermark registry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3401568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RSA-SHA256 cryptographic signatures for non-repudiation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97280" y="3739896"/>
            <a:ext cx="6949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DE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5-state forensic classification — precise tamper diagnostics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743200" y="4462272"/>
            <a:ext cx="3657600" cy="457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ar-JO"/>
          </a:p>
        </p:txBody>
      </p:sp>
      <p:sp>
        <p:nvSpPr>
          <p:cNvPr id="15" name="Text 12"/>
          <p:cNvSpPr/>
          <p:nvPr/>
        </p:nvSpPr>
        <p:spPr>
          <a:xfrm>
            <a:off x="2743200" y="446227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Thank You</a:t>
            </a:r>
            <a:endParaRPr lang="en-US" sz="1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1640</Words>
  <Application>Microsoft Office PowerPoint</Application>
  <PresentationFormat>On-screen Show (16:9)</PresentationFormat>
  <Paragraphs>197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ADLaM Display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MultiGuard – Secure Multi-Format Document Watermarking</dc:title>
  <dc:subject>PptxGenJS Presentation</dc:subject>
  <dc:creator>MultiGuard Team</dc:creator>
  <cp:lastModifiedBy>_ezz 3ldeen</cp:lastModifiedBy>
  <cp:revision>2</cp:revision>
  <dcterms:created xsi:type="dcterms:W3CDTF">2026-04-15T14:23:27Z</dcterms:created>
  <dcterms:modified xsi:type="dcterms:W3CDTF">2026-04-15T15:34:54Z</dcterms:modified>
</cp:coreProperties>
</file>